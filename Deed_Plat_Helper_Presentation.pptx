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6000">
                <a:solidFill>
                  <a:srgbClr val="58A6FF"/>
                </a:solidFill>
                <a:latin typeface="Outfit"/>
              </a:rPr>
              <a:t>Deed &amp; Plat Helper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0F6FC"/>
                </a:solidFill>
                <a:latin typeface="Inter"/>
              </a:rPr>
              <a:t>AI-Assisted Survey Research Application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Red Tail Surveying ·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58A6FF"/>
                </a:solidFill>
              </a:rPr>
              <a:t>1. Problem Being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6FC"/>
                </a:solidFill>
                <a:latin typeface="Inter"/>
              </a:rPr>
              <a:t>Manual research consumes hours per job for every boundary survey.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Finding client deeds and plats manually across multiple county platforms.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Repeating the process for all neighboring (adjoining) properly owners.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Manual folder creation, organization, and naming.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Manually extracting boundaries from legal descriptions into CAD.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Deed &amp; Plat Helper eliminates or automates these steps, saving 3–6 hours per job.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58A6FF"/>
                </a:solidFill>
              </a:rPr>
              <a:t>2. Step 1: Job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6FC"/>
                </a:solidFill>
                <a:latin typeface="Inter"/>
              </a:rPr>
              <a:t>Initialize the research session and organize the file system.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Interactive KML Map Picker to select the client's property.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Automatic job numbering based on the local Survey Data drive.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One-click standardized folder creation for the new job.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58A6FF"/>
                </a:solidFill>
              </a:rPr>
              <a:t>3. Step 2 &amp; 3: Fast Legal Record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6FC"/>
                </a:solidFill>
                <a:latin typeface="Inter"/>
              </a:rPr>
              <a:t>Find deeds and survey plats instantly without leaving the application.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Client Deed: Query 1stNMTitle portal to find and download the client deed automatically.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Local Cabinet Scan: AI scans physical cabinet archives and extracts matching plats.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KML Parcel Records: Instant query against Taos County's parcel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58A6FF"/>
                </a:solidFill>
              </a:rPr>
              <a:t>4. Step 4: Intelligent Adjoiner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6FC"/>
                </a:solidFill>
                <a:latin typeface="Inter"/>
              </a:rPr>
              <a:t>Four independent strategies to discover neighboring owners: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1. Legal Description Parsing: Regex to find 'Lands of [Name]' in deed text.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2. Plat OCR: Tesseract identifies text over faded and yellowed plat maps.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3. KML Proximity: Scans parcel UPC numbering and centroid proximity (~167m radius).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4. Online Location-Range: Identifies names natively from the 1stNMTitle portals.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58A6FF"/>
                </a:solidFill>
              </a:rPr>
              <a:t>5. Step 5 &amp; 6: Research Board &amp; DXF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6FC"/>
                </a:solidFill>
                <a:latin typeface="Inter"/>
              </a:rPr>
              <a:t>Finalizing the research and prepping drafting deliverables.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Kanban-style board to track deed and plat completions for every adjoiner.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Metes &amp; Bounds calls extraction automatically handles text or unstructured PDFs.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Computes closure error and validates instantly.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Push-button DWG/DXF generation with bearing labels and color coding, ready for drafting.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56D3A0"/>
                </a:solidFill>
              </a:rPr>
              <a:t>6. Roadmap &amp; Future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6FC"/>
                </a:solidFill>
                <a:latin typeface="Inter"/>
              </a:rPr>
              <a:t>• Near-Term: Local AI integrations (LM Studio/Ollama) and chain-of-title assistants.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Medium-Term: Multi-county support, automated boundary sketches, multi-source reporting.</a:t>
            </a:r>
          </a:p>
          <a:p>
            <a:r>
              <a:rPr>
                <a:solidFill>
                  <a:srgbClr val="F0F6FC"/>
                </a:solidFill>
                <a:latin typeface="Inter"/>
              </a:rPr>
              <a:t>• Long-Term: GIS exports and multi-parcel DXF with adjoining property calls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